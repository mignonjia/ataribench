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7223125" cy="6675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DC91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8"/>
    <p:restoredTop sz="94589"/>
  </p:normalViewPr>
  <p:slideViewPr>
    <p:cSldViewPr snapToGrid="0">
      <p:cViewPr varScale="1">
        <p:scale>
          <a:sx n="123" d="100"/>
          <a:sy n="123" d="100"/>
        </p:scale>
        <p:origin x="2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9135D-0861-D242-9169-05D97B000ECF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60538" y="1143000"/>
            <a:ext cx="3336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922E4-EC81-FD4A-9B78-078B4FE8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0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1pPr>
    <a:lvl2pPr marL="448330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2pPr>
    <a:lvl3pPr marL="896661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3pPr>
    <a:lvl4pPr marL="1344991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4pPr>
    <a:lvl5pPr marL="1793321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5pPr>
    <a:lvl6pPr marL="2241652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6pPr>
    <a:lvl7pPr marL="2689982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7pPr>
    <a:lvl8pPr marL="3138312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8pPr>
    <a:lvl9pPr marL="3586643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60538" y="1143000"/>
            <a:ext cx="33369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922E4-EC81-FD4A-9B78-078B4FE8FC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4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735" y="1092486"/>
            <a:ext cx="6139656" cy="2324041"/>
          </a:xfrm>
        </p:spPr>
        <p:txBody>
          <a:bodyPr anchor="b"/>
          <a:lstStyle>
            <a:lvl1pPr algn="ctr">
              <a:defRPr sz="47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891" y="3506151"/>
            <a:ext cx="5417344" cy="1611685"/>
          </a:xfrm>
        </p:spPr>
        <p:txBody>
          <a:bodyPr/>
          <a:lstStyle>
            <a:lvl1pPr marL="0" indent="0" algn="ctr">
              <a:buNone/>
              <a:defRPr sz="1896"/>
            </a:lvl1pPr>
            <a:lvl2pPr marL="361142" indent="0" algn="ctr">
              <a:buNone/>
              <a:defRPr sz="1580"/>
            </a:lvl2pPr>
            <a:lvl3pPr marL="722285" indent="0" algn="ctr">
              <a:buNone/>
              <a:defRPr sz="1422"/>
            </a:lvl3pPr>
            <a:lvl4pPr marL="1083427" indent="0" algn="ctr">
              <a:buNone/>
              <a:defRPr sz="1264"/>
            </a:lvl4pPr>
            <a:lvl5pPr marL="1444569" indent="0" algn="ctr">
              <a:buNone/>
              <a:defRPr sz="1264"/>
            </a:lvl5pPr>
            <a:lvl6pPr marL="1805711" indent="0" algn="ctr">
              <a:buNone/>
              <a:defRPr sz="1264"/>
            </a:lvl6pPr>
            <a:lvl7pPr marL="2166854" indent="0" algn="ctr">
              <a:buNone/>
              <a:defRPr sz="1264"/>
            </a:lvl7pPr>
            <a:lvl8pPr marL="2527996" indent="0" algn="ctr">
              <a:buNone/>
              <a:defRPr sz="1264"/>
            </a:lvl8pPr>
            <a:lvl9pPr marL="2889138" indent="0" algn="ctr">
              <a:buNone/>
              <a:defRPr sz="12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2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4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828" y="1664226"/>
            <a:ext cx="6229945" cy="2776796"/>
          </a:xfrm>
        </p:spPr>
        <p:txBody>
          <a:bodyPr anchor="b"/>
          <a:lstStyle>
            <a:lvl1pPr>
              <a:defRPr sz="47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828" y="4467291"/>
            <a:ext cx="6229945" cy="1460252"/>
          </a:xfrm>
        </p:spPr>
        <p:txBody>
          <a:bodyPr/>
          <a:lstStyle>
            <a:lvl1pPr marL="0" indent="0">
              <a:buNone/>
              <a:defRPr sz="1896">
                <a:solidFill>
                  <a:schemeClr val="tx1">
                    <a:tint val="82000"/>
                  </a:schemeClr>
                </a:solidFill>
              </a:defRPr>
            </a:lvl1pPr>
            <a:lvl2pPr marL="361142" indent="0">
              <a:buNone/>
              <a:defRPr sz="1580">
                <a:solidFill>
                  <a:schemeClr val="tx1">
                    <a:tint val="82000"/>
                  </a:schemeClr>
                </a:solidFill>
              </a:defRPr>
            </a:lvl2pPr>
            <a:lvl3pPr marL="72228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3pPr>
            <a:lvl4pPr marL="1083427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4pPr>
            <a:lvl5pPr marL="1444569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5pPr>
            <a:lvl6pPr marL="1805711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6pPr>
            <a:lvl7pPr marL="2166854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7pPr>
            <a:lvl8pPr marL="2527996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8pPr>
            <a:lvl9pPr marL="2889138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3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6590" y="1777026"/>
            <a:ext cx="3069828" cy="423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6707" y="1777026"/>
            <a:ext cx="3069828" cy="423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2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31" y="355407"/>
            <a:ext cx="6229945" cy="12902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31" y="1636410"/>
            <a:ext cx="3055720" cy="801979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42" indent="0">
              <a:buNone/>
              <a:defRPr sz="1580" b="1"/>
            </a:lvl2pPr>
            <a:lvl3pPr marL="722285" indent="0">
              <a:buNone/>
              <a:defRPr sz="1422" b="1"/>
            </a:lvl3pPr>
            <a:lvl4pPr marL="1083427" indent="0">
              <a:buNone/>
              <a:defRPr sz="1264" b="1"/>
            </a:lvl4pPr>
            <a:lvl5pPr marL="1444569" indent="0">
              <a:buNone/>
              <a:defRPr sz="1264" b="1"/>
            </a:lvl5pPr>
            <a:lvl6pPr marL="1805711" indent="0">
              <a:buNone/>
              <a:defRPr sz="1264" b="1"/>
            </a:lvl6pPr>
            <a:lvl7pPr marL="2166854" indent="0">
              <a:buNone/>
              <a:defRPr sz="1264" b="1"/>
            </a:lvl7pPr>
            <a:lvl8pPr marL="2527996" indent="0">
              <a:buNone/>
              <a:defRPr sz="1264" b="1"/>
            </a:lvl8pPr>
            <a:lvl9pPr marL="2889138" indent="0">
              <a:buNone/>
              <a:defRPr sz="1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31" y="2438389"/>
            <a:ext cx="3055720" cy="3586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56707" y="1636410"/>
            <a:ext cx="3070769" cy="801979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42" indent="0">
              <a:buNone/>
              <a:defRPr sz="1580" b="1"/>
            </a:lvl2pPr>
            <a:lvl3pPr marL="722285" indent="0">
              <a:buNone/>
              <a:defRPr sz="1422" b="1"/>
            </a:lvl3pPr>
            <a:lvl4pPr marL="1083427" indent="0">
              <a:buNone/>
              <a:defRPr sz="1264" b="1"/>
            </a:lvl4pPr>
            <a:lvl5pPr marL="1444569" indent="0">
              <a:buNone/>
              <a:defRPr sz="1264" b="1"/>
            </a:lvl5pPr>
            <a:lvl6pPr marL="1805711" indent="0">
              <a:buNone/>
              <a:defRPr sz="1264" b="1"/>
            </a:lvl6pPr>
            <a:lvl7pPr marL="2166854" indent="0">
              <a:buNone/>
              <a:defRPr sz="1264" b="1"/>
            </a:lvl7pPr>
            <a:lvl8pPr marL="2527996" indent="0">
              <a:buNone/>
              <a:defRPr sz="1264" b="1"/>
            </a:lvl8pPr>
            <a:lvl9pPr marL="2889138" indent="0">
              <a:buNone/>
              <a:defRPr sz="1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56707" y="2438389"/>
            <a:ext cx="3070769" cy="3586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22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0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31" y="445029"/>
            <a:ext cx="2329646" cy="1557602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0769" y="961141"/>
            <a:ext cx="3656707" cy="4743888"/>
          </a:xfrm>
        </p:spPr>
        <p:txBody>
          <a:bodyPr/>
          <a:lstStyle>
            <a:lvl1pPr>
              <a:defRPr sz="2528"/>
            </a:lvl1pPr>
            <a:lvl2pPr>
              <a:defRPr sz="2212"/>
            </a:lvl2pPr>
            <a:lvl3pPr>
              <a:defRPr sz="1896"/>
            </a:lvl3pPr>
            <a:lvl4pPr>
              <a:defRPr sz="1580"/>
            </a:lvl4pPr>
            <a:lvl5pPr>
              <a:defRPr sz="1580"/>
            </a:lvl5pPr>
            <a:lvl6pPr>
              <a:defRPr sz="1580"/>
            </a:lvl6pPr>
            <a:lvl7pPr>
              <a:defRPr sz="1580"/>
            </a:lvl7pPr>
            <a:lvl8pPr>
              <a:defRPr sz="1580"/>
            </a:lvl8pPr>
            <a:lvl9pPr>
              <a:defRPr sz="15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31" y="2002632"/>
            <a:ext cx="2329646" cy="3710122"/>
          </a:xfrm>
        </p:spPr>
        <p:txBody>
          <a:bodyPr/>
          <a:lstStyle>
            <a:lvl1pPr marL="0" indent="0">
              <a:buNone/>
              <a:defRPr sz="1264"/>
            </a:lvl1pPr>
            <a:lvl2pPr marL="361142" indent="0">
              <a:buNone/>
              <a:defRPr sz="1106"/>
            </a:lvl2pPr>
            <a:lvl3pPr marL="722285" indent="0">
              <a:buNone/>
              <a:defRPr sz="948"/>
            </a:lvl3pPr>
            <a:lvl4pPr marL="1083427" indent="0">
              <a:buNone/>
              <a:defRPr sz="790"/>
            </a:lvl4pPr>
            <a:lvl5pPr marL="1444569" indent="0">
              <a:buNone/>
              <a:defRPr sz="790"/>
            </a:lvl5pPr>
            <a:lvl6pPr marL="1805711" indent="0">
              <a:buNone/>
              <a:defRPr sz="790"/>
            </a:lvl6pPr>
            <a:lvl7pPr marL="2166854" indent="0">
              <a:buNone/>
              <a:defRPr sz="790"/>
            </a:lvl7pPr>
            <a:lvl8pPr marL="2527996" indent="0">
              <a:buNone/>
              <a:defRPr sz="790"/>
            </a:lvl8pPr>
            <a:lvl9pPr marL="2889138" indent="0">
              <a:buNone/>
              <a:defRPr sz="7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9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31" y="445029"/>
            <a:ext cx="2329646" cy="1557602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70769" y="961141"/>
            <a:ext cx="3656707" cy="4743888"/>
          </a:xfrm>
        </p:spPr>
        <p:txBody>
          <a:bodyPr anchor="t"/>
          <a:lstStyle>
            <a:lvl1pPr marL="0" indent="0">
              <a:buNone/>
              <a:defRPr sz="2528"/>
            </a:lvl1pPr>
            <a:lvl2pPr marL="361142" indent="0">
              <a:buNone/>
              <a:defRPr sz="2212"/>
            </a:lvl2pPr>
            <a:lvl3pPr marL="722285" indent="0">
              <a:buNone/>
              <a:defRPr sz="1896"/>
            </a:lvl3pPr>
            <a:lvl4pPr marL="1083427" indent="0">
              <a:buNone/>
              <a:defRPr sz="1580"/>
            </a:lvl4pPr>
            <a:lvl5pPr marL="1444569" indent="0">
              <a:buNone/>
              <a:defRPr sz="1580"/>
            </a:lvl5pPr>
            <a:lvl6pPr marL="1805711" indent="0">
              <a:buNone/>
              <a:defRPr sz="1580"/>
            </a:lvl6pPr>
            <a:lvl7pPr marL="2166854" indent="0">
              <a:buNone/>
              <a:defRPr sz="1580"/>
            </a:lvl7pPr>
            <a:lvl8pPr marL="2527996" indent="0">
              <a:buNone/>
              <a:defRPr sz="1580"/>
            </a:lvl8pPr>
            <a:lvl9pPr marL="2889138" indent="0">
              <a:buNone/>
              <a:defRPr sz="15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31" y="2002632"/>
            <a:ext cx="2329646" cy="3710122"/>
          </a:xfrm>
        </p:spPr>
        <p:txBody>
          <a:bodyPr/>
          <a:lstStyle>
            <a:lvl1pPr marL="0" indent="0">
              <a:buNone/>
              <a:defRPr sz="1264"/>
            </a:lvl1pPr>
            <a:lvl2pPr marL="361142" indent="0">
              <a:buNone/>
              <a:defRPr sz="1106"/>
            </a:lvl2pPr>
            <a:lvl3pPr marL="722285" indent="0">
              <a:buNone/>
              <a:defRPr sz="948"/>
            </a:lvl3pPr>
            <a:lvl4pPr marL="1083427" indent="0">
              <a:buNone/>
              <a:defRPr sz="790"/>
            </a:lvl4pPr>
            <a:lvl5pPr marL="1444569" indent="0">
              <a:buNone/>
              <a:defRPr sz="790"/>
            </a:lvl5pPr>
            <a:lvl6pPr marL="1805711" indent="0">
              <a:buNone/>
              <a:defRPr sz="790"/>
            </a:lvl6pPr>
            <a:lvl7pPr marL="2166854" indent="0">
              <a:buNone/>
              <a:defRPr sz="790"/>
            </a:lvl7pPr>
            <a:lvl8pPr marL="2527996" indent="0">
              <a:buNone/>
              <a:defRPr sz="790"/>
            </a:lvl8pPr>
            <a:lvl9pPr marL="2889138" indent="0">
              <a:buNone/>
              <a:defRPr sz="7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9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9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69049" y="355405"/>
            <a:ext cx="1557486" cy="5657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6590" y="355405"/>
            <a:ext cx="4582170" cy="5657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9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6590" y="355407"/>
            <a:ext cx="6229945" cy="1290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590" y="1777026"/>
            <a:ext cx="6229945" cy="423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6590" y="6187144"/>
            <a:ext cx="1625203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F2F23-86E8-9F4D-A7C2-4A192DBFE47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2660" y="6187144"/>
            <a:ext cx="2437805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01332" y="6187144"/>
            <a:ext cx="1625203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8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2285" rtl="0" eaLnBrk="1" latinLnBrk="0" hangingPunct="1">
        <a:lnSpc>
          <a:spcPct val="90000"/>
        </a:lnSpc>
        <a:spcBef>
          <a:spcPct val="0"/>
        </a:spcBef>
        <a:buNone/>
        <a:defRPr sz="3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571" indent="-180571" algn="l" defTabSz="722285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1pPr>
      <a:lvl2pPr marL="541713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2pPr>
      <a:lvl3pPr marL="902856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63998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625140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986283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347425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708567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3069709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1pPr>
      <a:lvl2pPr marL="361142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2pPr>
      <a:lvl3pPr marL="722285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083427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444569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805711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166854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527996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2889138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3E33BB-286B-4462-A94D-BCAC8F6C1D41}"/>
              </a:ext>
            </a:extLst>
          </p:cNvPr>
          <p:cNvSpPr/>
          <p:nvPr/>
        </p:nvSpPr>
        <p:spPr>
          <a:xfrm>
            <a:off x="57122" y="41034"/>
            <a:ext cx="7136232" cy="994925"/>
          </a:xfrm>
          <a:prstGeom prst="roundRect">
            <a:avLst>
              <a:gd name="adj" fmla="val 15597"/>
            </a:avLst>
          </a:prstGeom>
          <a:solidFill>
            <a:srgbClr val="DC91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A6E7B-0457-D8CE-6DE4-C305FCFCD5F5}"/>
              </a:ext>
            </a:extLst>
          </p:cNvPr>
          <p:cNvSpPr txBox="1"/>
          <p:nvPr/>
        </p:nvSpPr>
        <p:spPr>
          <a:xfrm>
            <a:off x="174165" y="41034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Game: Breakout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16A45A-84F3-F36F-D779-8D5651BBB38A}"/>
              </a:ext>
            </a:extLst>
          </p:cNvPr>
          <p:cNvSpPr/>
          <p:nvPr/>
        </p:nvSpPr>
        <p:spPr>
          <a:xfrm>
            <a:off x="57122" y="353828"/>
            <a:ext cx="7136232" cy="6291875"/>
          </a:xfrm>
          <a:prstGeom prst="roundRect">
            <a:avLst>
              <a:gd name="adj" fmla="val 3830"/>
            </a:avLst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B382F-8416-1858-B1B2-5687F49E0226}"/>
              </a:ext>
            </a:extLst>
          </p:cNvPr>
          <p:cNvSpPr txBox="1"/>
          <p:nvPr/>
        </p:nvSpPr>
        <p:spPr>
          <a:xfrm>
            <a:off x="194891" y="397840"/>
            <a:ext cx="6917185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an intelligent AI player playing a game. Your goal is to make progress and maximize total reward within the fixed time budget.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BREAKOUT Quick Guide: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Rewards are earned by hitting bricks with a ball controlled by a paddle, while preventing the ball from falling.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actions: </a:t>
            </a:r>
          </a:p>
          <a:p>
            <a:pPr marL="171450" indent="-171450">
              <a:buFontTx/>
              <a:buChar char="-"/>
            </a:pP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noop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 nothing. The paddle remains stationary.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At the beginning of </a:t>
            </a: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the game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generate a ball. 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left: Move the paddle to the left.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right: Move the paddle to the right.</a:t>
            </a:r>
          </a:p>
          <a:p>
            <a:pPr marL="171450" indent="-171450">
              <a:buFontTx/>
              <a:buChar char="-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Task: Based on the current state of the game (which will be provided to you), decide on your next actions. Your move can contain 1 to 10 actions. Each action is executed for 0.1 second. As a result, your move is for the next 0.1 to 1 seconds. You are encouraged to plan for less actions if the ball is low and close, as shorter plans (fewer actions) will get feedback sooner. An example of response is: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thought: [your thought here]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move: [right, right, right]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Budget: You are optimizing total reward over a fixed budget of 30 seconds. Losing a life does not directly reduce your score, but it does consume time because the game pauses and restarts the player state.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your decision, you will be provided with both historical context from your current game session and the current, up-to-the-moment game state. [Instruction of formats of historical context and current game state.]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Non-zero reward history:                                                                Recent history: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please predict the next actions.</a:t>
            </a:r>
          </a:p>
        </p:txBody>
      </p:sp>
      <p:sp>
        <p:nvSpPr>
          <p:cNvPr id="10" name="AutoShape 2" descr="IMG_HOLDER #108">
            <a:extLst>
              <a:ext uri="{FF2B5EF4-FFF2-40B4-BE49-F238E27FC236}">
                <a16:creationId xmlns:a16="http://schemas.microsoft.com/office/drawing/2014/main" id="{BFEB7680-D9BF-5B5E-AC48-50554DF975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5994" y="324784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0C23BE9-FB3D-A119-68AB-A4EE52DE871C}"/>
              </a:ext>
            </a:extLst>
          </p:cNvPr>
          <p:cNvGrpSpPr/>
          <p:nvPr/>
        </p:nvGrpSpPr>
        <p:grpSpPr>
          <a:xfrm>
            <a:off x="286763" y="4418197"/>
            <a:ext cx="6412112" cy="1907250"/>
            <a:chOff x="2044369" y="4446954"/>
            <a:chExt cx="6412112" cy="190725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30336B3-F99F-436B-0734-06BEBBF033E9}"/>
                </a:ext>
              </a:extLst>
            </p:cNvPr>
            <p:cNvCxnSpPr>
              <a:cxnSpLocks/>
            </p:cNvCxnSpPr>
            <p:nvPr/>
          </p:nvCxnSpPr>
          <p:spPr>
            <a:xfrm>
              <a:off x="5203941" y="4446954"/>
              <a:ext cx="0" cy="19072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4BB89B9-BF3E-162D-694E-18E5B87F9539}"/>
                </a:ext>
              </a:extLst>
            </p:cNvPr>
            <p:cNvGrpSpPr/>
            <p:nvPr/>
          </p:nvGrpSpPr>
          <p:grpSpPr>
            <a:xfrm>
              <a:off x="2044369" y="4636920"/>
              <a:ext cx="6412112" cy="1717284"/>
              <a:chOff x="2044369" y="4636920"/>
              <a:chExt cx="6412112" cy="1717284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8742988-F70F-B951-4721-227CDC5E4839}"/>
                  </a:ext>
                </a:extLst>
              </p:cNvPr>
              <p:cNvGrpSpPr/>
              <p:nvPr/>
            </p:nvGrpSpPr>
            <p:grpSpPr>
              <a:xfrm>
                <a:off x="2044369" y="4889890"/>
                <a:ext cx="5888051" cy="1201527"/>
                <a:chOff x="2018731" y="4773010"/>
                <a:chExt cx="5888051" cy="1254283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C1DB2A2-8FB1-4371-4CBC-5106CCC1A9FC}"/>
                    </a:ext>
                  </a:extLst>
                </p:cNvPr>
                <p:cNvSpPr txBox="1"/>
                <p:nvPr/>
              </p:nvSpPr>
              <p:spPr>
                <a:xfrm>
                  <a:off x="3078489" y="5160780"/>
                  <a:ext cx="373820" cy="3855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84020BF-F1F2-701D-BFA1-07A56A512D7F}"/>
                    </a:ext>
                  </a:extLst>
                </p:cNvPr>
                <p:cNvSpPr txBox="1"/>
                <p:nvPr/>
              </p:nvSpPr>
              <p:spPr>
                <a:xfrm>
                  <a:off x="6484187" y="5160780"/>
                  <a:ext cx="373820" cy="3855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p:pic>
              <p:nvPicPr>
                <p:cNvPr id="44" name="Picture 43" descr="A screen shot of a video game&#10;&#10;AI-generated content may be incorrect.">
                  <a:extLst>
                    <a:ext uri="{FF2B5EF4-FFF2-40B4-BE49-F238E27FC236}">
                      <a16:creationId xmlns:a16="http://schemas.microsoft.com/office/drawing/2014/main" id="{D9437C63-6275-6A4C-AFC8-B14BD236BC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18731" y="4773010"/>
                  <a:ext cx="1016000" cy="1254283"/>
                </a:xfrm>
                <a:prstGeom prst="rect">
                  <a:avLst/>
                </a:prstGeom>
              </p:spPr>
            </p:pic>
            <p:pic>
              <p:nvPicPr>
                <p:cNvPr id="46" name="Picture 45" descr="A screen shot of a video game&#10;&#10;AI-generated content may be incorrect.">
                  <a:extLst>
                    <a:ext uri="{FF2B5EF4-FFF2-40B4-BE49-F238E27FC236}">
                      <a16:creationId xmlns:a16="http://schemas.microsoft.com/office/drawing/2014/main" id="{1DB6DCBA-3ABD-13C7-9ECE-6FD0B85E5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86452" y="4773010"/>
                  <a:ext cx="1016000" cy="1254283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BA3E615A-2277-17AC-756F-F3149FBEFB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30222" y="4773010"/>
                  <a:ext cx="1016000" cy="1254283"/>
                </a:xfrm>
                <a:prstGeom prst="rect">
                  <a:avLst/>
                </a:prstGeom>
              </p:spPr>
            </p:pic>
            <p:pic>
              <p:nvPicPr>
                <p:cNvPr id="50" name="Picture 49" descr="A screen shot of a video game&#10;&#10;AI-generated content may be incorrect.">
                  <a:extLst>
                    <a:ext uri="{FF2B5EF4-FFF2-40B4-BE49-F238E27FC236}">
                      <a16:creationId xmlns:a16="http://schemas.microsoft.com/office/drawing/2014/main" id="{D18AA0A4-E4A9-9588-D367-740285910C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90782" y="4773010"/>
                  <a:ext cx="1016000" cy="1254283"/>
                </a:xfrm>
                <a:prstGeom prst="rect">
                  <a:avLst/>
                </a:prstGeom>
              </p:spPr>
            </p:pic>
          </p:grp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7F8E5BA6-E8D7-01C1-0BCE-F5E7D5B35B1C}"/>
                  </a:ext>
                </a:extLst>
              </p:cNvPr>
              <p:cNvSpPr/>
              <p:nvPr/>
            </p:nvSpPr>
            <p:spPr>
              <a:xfrm>
                <a:off x="3512090" y="6149437"/>
                <a:ext cx="1485944" cy="20476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Feedback: positive reward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66F432C5-81D8-3969-489E-DB5384B7828E}"/>
                  </a:ext>
                </a:extLst>
              </p:cNvPr>
              <p:cNvSpPr/>
              <p:nvPr/>
            </p:nvSpPr>
            <p:spPr>
              <a:xfrm>
                <a:off x="2044369" y="4636920"/>
                <a:ext cx="822960" cy="20476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right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CC1DFDDB-E53B-839D-9FEF-25A0093E1B43}"/>
                  </a:ext>
                </a:extLst>
              </p:cNvPr>
              <p:cNvSpPr/>
              <p:nvPr/>
            </p:nvSpPr>
            <p:spPr>
              <a:xfrm>
                <a:off x="3512090" y="4636920"/>
                <a:ext cx="822960" cy="20476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</a:t>
                </a:r>
                <a:r>
                  <a:rPr lang="en-US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noop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688BAFB7-7FE6-DBC5-C129-7D1D2AAE8CC4}"/>
                  </a:ext>
                </a:extLst>
              </p:cNvPr>
              <p:cNvSpPr/>
              <p:nvPr/>
            </p:nvSpPr>
            <p:spPr>
              <a:xfrm>
                <a:off x="5455860" y="4636920"/>
                <a:ext cx="822960" cy="20476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right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444994EA-6607-E9A6-DFDD-1320F5BA6818}"/>
                  </a:ext>
                </a:extLst>
              </p:cNvPr>
              <p:cNvSpPr/>
              <p:nvPr/>
            </p:nvSpPr>
            <p:spPr>
              <a:xfrm>
                <a:off x="6916420" y="4636920"/>
                <a:ext cx="1540061" cy="20476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right; Current state: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549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</TotalTime>
  <Words>324</Words>
  <Application>Microsoft Macintosh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Huo, Mingjia</dc:creator>
  <cp:lastModifiedBy>Huo, Mingjia</cp:lastModifiedBy>
  <cp:revision>3</cp:revision>
  <cp:lastPrinted>2026-04-05T05:54:08Z</cp:lastPrinted>
  <dcterms:created xsi:type="dcterms:W3CDTF">2026-04-05T03:34:46Z</dcterms:created>
  <dcterms:modified xsi:type="dcterms:W3CDTF">2026-04-22T07:10:32Z</dcterms:modified>
</cp:coreProperties>
</file>