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3"/>
  </p:notesMasterIdLst>
  <p:sldIdLst>
    <p:sldId id="257" r:id="rId2"/>
  </p:sldIdLst>
  <p:sldSz cx="7223125" cy="55784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DED"/>
    <a:srgbClr val="DC91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79"/>
    <p:restoredTop sz="94579"/>
  </p:normalViewPr>
  <p:slideViewPr>
    <p:cSldViewPr snapToGrid="0">
      <p:cViewPr>
        <p:scale>
          <a:sx n="124" d="100"/>
          <a:sy n="124" d="100"/>
        </p:scale>
        <p:origin x="189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B9135D-0861-D242-9169-05D97B000ECF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D922E4-EC81-FD4A-9B78-078B4FE8F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08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96661" rtl="0" eaLnBrk="1" latinLnBrk="0" hangingPunct="1">
      <a:defRPr sz="1177" kern="1200">
        <a:solidFill>
          <a:schemeClr val="tx1"/>
        </a:solidFill>
        <a:latin typeface="+mn-lt"/>
        <a:ea typeface="+mn-ea"/>
        <a:cs typeface="+mn-cs"/>
      </a:defRPr>
    </a:lvl1pPr>
    <a:lvl2pPr marL="448330" algn="l" defTabSz="896661" rtl="0" eaLnBrk="1" latinLnBrk="0" hangingPunct="1">
      <a:defRPr sz="1177" kern="1200">
        <a:solidFill>
          <a:schemeClr val="tx1"/>
        </a:solidFill>
        <a:latin typeface="+mn-lt"/>
        <a:ea typeface="+mn-ea"/>
        <a:cs typeface="+mn-cs"/>
      </a:defRPr>
    </a:lvl2pPr>
    <a:lvl3pPr marL="896661" algn="l" defTabSz="896661" rtl="0" eaLnBrk="1" latinLnBrk="0" hangingPunct="1">
      <a:defRPr sz="1177" kern="1200">
        <a:solidFill>
          <a:schemeClr val="tx1"/>
        </a:solidFill>
        <a:latin typeface="+mn-lt"/>
        <a:ea typeface="+mn-ea"/>
        <a:cs typeface="+mn-cs"/>
      </a:defRPr>
    </a:lvl3pPr>
    <a:lvl4pPr marL="1344991" algn="l" defTabSz="896661" rtl="0" eaLnBrk="1" latinLnBrk="0" hangingPunct="1">
      <a:defRPr sz="1177" kern="1200">
        <a:solidFill>
          <a:schemeClr val="tx1"/>
        </a:solidFill>
        <a:latin typeface="+mn-lt"/>
        <a:ea typeface="+mn-ea"/>
        <a:cs typeface="+mn-cs"/>
      </a:defRPr>
    </a:lvl4pPr>
    <a:lvl5pPr marL="1793321" algn="l" defTabSz="896661" rtl="0" eaLnBrk="1" latinLnBrk="0" hangingPunct="1">
      <a:defRPr sz="1177" kern="1200">
        <a:solidFill>
          <a:schemeClr val="tx1"/>
        </a:solidFill>
        <a:latin typeface="+mn-lt"/>
        <a:ea typeface="+mn-ea"/>
        <a:cs typeface="+mn-cs"/>
      </a:defRPr>
    </a:lvl5pPr>
    <a:lvl6pPr marL="2241652" algn="l" defTabSz="896661" rtl="0" eaLnBrk="1" latinLnBrk="0" hangingPunct="1">
      <a:defRPr sz="1177" kern="1200">
        <a:solidFill>
          <a:schemeClr val="tx1"/>
        </a:solidFill>
        <a:latin typeface="+mn-lt"/>
        <a:ea typeface="+mn-ea"/>
        <a:cs typeface="+mn-cs"/>
      </a:defRPr>
    </a:lvl6pPr>
    <a:lvl7pPr marL="2689982" algn="l" defTabSz="896661" rtl="0" eaLnBrk="1" latinLnBrk="0" hangingPunct="1">
      <a:defRPr sz="1177" kern="1200">
        <a:solidFill>
          <a:schemeClr val="tx1"/>
        </a:solidFill>
        <a:latin typeface="+mn-lt"/>
        <a:ea typeface="+mn-ea"/>
        <a:cs typeface="+mn-cs"/>
      </a:defRPr>
    </a:lvl7pPr>
    <a:lvl8pPr marL="3138312" algn="l" defTabSz="896661" rtl="0" eaLnBrk="1" latinLnBrk="0" hangingPunct="1">
      <a:defRPr sz="1177" kern="1200">
        <a:solidFill>
          <a:schemeClr val="tx1"/>
        </a:solidFill>
        <a:latin typeface="+mn-lt"/>
        <a:ea typeface="+mn-ea"/>
        <a:cs typeface="+mn-cs"/>
      </a:defRPr>
    </a:lvl8pPr>
    <a:lvl9pPr marL="3586643" algn="l" defTabSz="896661" rtl="0" eaLnBrk="1" latinLnBrk="0" hangingPunct="1">
      <a:defRPr sz="117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31925" y="1143000"/>
            <a:ext cx="3994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/home/</a:t>
            </a:r>
            <a:r>
              <a:rPr lang="en-US" dirty="0" err="1"/>
              <a:t>hal-mingjiahuo</a:t>
            </a:r>
            <a:r>
              <a:rPr lang="en-US" dirty="0"/>
              <a:t>/</a:t>
            </a:r>
            <a:r>
              <a:rPr lang="en-US" dirty="0" err="1"/>
              <a:t>AtariBench</a:t>
            </a:r>
            <a:r>
              <a:rPr lang="en-US" dirty="0"/>
              <a:t>/runs/breakout/gemini-2.5-flash/0413_182841_cfg_001_run_007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922E4-EC81-FD4A-9B78-078B4FE8FC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545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1735" y="912959"/>
            <a:ext cx="6139656" cy="1942136"/>
          </a:xfrm>
        </p:spPr>
        <p:txBody>
          <a:bodyPr anchor="b"/>
          <a:lstStyle>
            <a:lvl1pPr algn="ctr">
              <a:defRPr sz="47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2891" y="2929991"/>
            <a:ext cx="5417344" cy="1346840"/>
          </a:xfrm>
        </p:spPr>
        <p:txBody>
          <a:bodyPr/>
          <a:lstStyle>
            <a:lvl1pPr marL="0" indent="0" algn="ctr">
              <a:buNone/>
              <a:defRPr sz="1896"/>
            </a:lvl1pPr>
            <a:lvl2pPr marL="361142" indent="0" algn="ctr">
              <a:buNone/>
              <a:defRPr sz="1580"/>
            </a:lvl2pPr>
            <a:lvl3pPr marL="722285" indent="0" algn="ctr">
              <a:buNone/>
              <a:defRPr sz="1422"/>
            </a:lvl3pPr>
            <a:lvl4pPr marL="1083427" indent="0" algn="ctr">
              <a:buNone/>
              <a:defRPr sz="1264"/>
            </a:lvl4pPr>
            <a:lvl5pPr marL="1444569" indent="0" algn="ctr">
              <a:buNone/>
              <a:defRPr sz="1264"/>
            </a:lvl5pPr>
            <a:lvl6pPr marL="1805711" indent="0" algn="ctr">
              <a:buNone/>
              <a:defRPr sz="1264"/>
            </a:lvl6pPr>
            <a:lvl7pPr marL="2166854" indent="0" algn="ctr">
              <a:buNone/>
              <a:defRPr sz="1264"/>
            </a:lvl7pPr>
            <a:lvl8pPr marL="2527996" indent="0" algn="ctr">
              <a:buNone/>
              <a:defRPr sz="1264"/>
            </a:lvl8pPr>
            <a:lvl9pPr marL="2889138" indent="0" algn="ctr">
              <a:buNone/>
              <a:defRPr sz="126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2F23-86E8-9F4D-A7C2-4A192DBFE47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D5EA-ED33-D349-9963-B7ACF3B89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27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2F23-86E8-9F4D-A7C2-4A192DBFE47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D5EA-ED33-D349-9963-B7ACF3B89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498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828" y="1390747"/>
            <a:ext cx="6229945" cy="2320490"/>
          </a:xfrm>
        </p:spPr>
        <p:txBody>
          <a:bodyPr anchor="b"/>
          <a:lstStyle>
            <a:lvl1pPr>
              <a:defRPr sz="47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2828" y="3733189"/>
            <a:ext cx="6229945" cy="1220291"/>
          </a:xfrm>
        </p:spPr>
        <p:txBody>
          <a:bodyPr/>
          <a:lstStyle>
            <a:lvl1pPr marL="0" indent="0">
              <a:buNone/>
              <a:defRPr sz="1896">
                <a:solidFill>
                  <a:schemeClr val="tx1">
                    <a:tint val="82000"/>
                  </a:schemeClr>
                </a:solidFill>
              </a:defRPr>
            </a:lvl1pPr>
            <a:lvl2pPr marL="361142" indent="0">
              <a:buNone/>
              <a:defRPr sz="1580">
                <a:solidFill>
                  <a:schemeClr val="tx1">
                    <a:tint val="82000"/>
                  </a:schemeClr>
                </a:solidFill>
              </a:defRPr>
            </a:lvl2pPr>
            <a:lvl3pPr marL="722285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3pPr>
            <a:lvl4pPr marL="1083427" indent="0">
              <a:buNone/>
              <a:defRPr sz="1264">
                <a:solidFill>
                  <a:schemeClr val="tx1">
                    <a:tint val="82000"/>
                  </a:schemeClr>
                </a:solidFill>
              </a:defRPr>
            </a:lvl4pPr>
            <a:lvl5pPr marL="1444569" indent="0">
              <a:buNone/>
              <a:defRPr sz="1264">
                <a:solidFill>
                  <a:schemeClr val="tx1">
                    <a:tint val="82000"/>
                  </a:schemeClr>
                </a:solidFill>
              </a:defRPr>
            </a:lvl5pPr>
            <a:lvl6pPr marL="1805711" indent="0">
              <a:buNone/>
              <a:defRPr sz="1264">
                <a:solidFill>
                  <a:schemeClr val="tx1">
                    <a:tint val="82000"/>
                  </a:schemeClr>
                </a:solidFill>
              </a:defRPr>
            </a:lvl6pPr>
            <a:lvl7pPr marL="2166854" indent="0">
              <a:buNone/>
              <a:defRPr sz="1264">
                <a:solidFill>
                  <a:schemeClr val="tx1">
                    <a:tint val="82000"/>
                  </a:schemeClr>
                </a:solidFill>
              </a:defRPr>
            </a:lvl7pPr>
            <a:lvl8pPr marL="2527996" indent="0">
              <a:buNone/>
              <a:defRPr sz="1264">
                <a:solidFill>
                  <a:schemeClr val="tx1">
                    <a:tint val="82000"/>
                  </a:schemeClr>
                </a:solidFill>
              </a:defRPr>
            </a:lvl8pPr>
            <a:lvl9pPr marL="2889138" indent="0">
              <a:buNone/>
              <a:defRPr sz="126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2F23-86E8-9F4D-A7C2-4A192DBFE47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D5EA-ED33-D349-9963-B7ACF3B89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6590" y="1485011"/>
            <a:ext cx="3069828" cy="353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56707" y="1485011"/>
            <a:ext cx="3069828" cy="353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2F23-86E8-9F4D-A7C2-4A192DBFE47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D5EA-ED33-D349-9963-B7ACF3B89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872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31" y="297004"/>
            <a:ext cx="6229945" cy="1078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31" y="1367502"/>
            <a:ext cx="3055720" cy="670191"/>
          </a:xfrm>
        </p:spPr>
        <p:txBody>
          <a:bodyPr anchor="b"/>
          <a:lstStyle>
            <a:lvl1pPr marL="0" indent="0">
              <a:buNone/>
              <a:defRPr sz="1896" b="1"/>
            </a:lvl1pPr>
            <a:lvl2pPr marL="361142" indent="0">
              <a:buNone/>
              <a:defRPr sz="1580" b="1"/>
            </a:lvl2pPr>
            <a:lvl3pPr marL="722285" indent="0">
              <a:buNone/>
              <a:defRPr sz="1422" b="1"/>
            </a:lvl3pPr>
            <a:lvl4pPr marL="1083427" indent="0">
              <a:buNone/>
              <a:defRPr sz="1264" b="1"/>
            </a:lvl4pPr>
            <a:lvl5pPr marL="1444569" indent="0">
              <a:buNone/>
              <a:defRPr sz="1264" b="1"/>
            </a:lvl5pPr>
            <a:lvl6pPr marL="1805711" indent="0">
              <a:buNone/>
              <a:defRPr sz="1264" b="1"/>
            </a:lvl6pPr>
            <a:lvl7pPr marL="2166854" indent="0">
              <a:buNone/>
              <a:defRPr sz="1264" b="1"/>
            </a:lvl7pPr>
            <a:lvl8pPr marL="2527996" indent="0">
              <a:buNone/>
              <a:defRPr sz="1264" b="1"/>
            </a:lvl8pPr>
            <a:lvl9pPr marL="2889138" indent="0">
              <a:buNone/>
              <a:defRPr sz="12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31" y="2037693"/>
            <a:ext cx="3055720" cy="29971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56707" y="1367502"/>
            <a:ext cx="3070769" cy="670191"/>
          </a:xfrm>
        </p:spPr>
        <p:txBody>
          <a:bodyPr anchor="b"/>
          <a:lstStyle>
            <a:lvl1pPr marL="0" indent="0">
              <a:buNone/>
              <a:defRPr sz="1896" b="1"/>
            </a:lvl1pPr>
            <a:lvl2pPr marL="361142" indent="0">
              <a:buNone/>
              <a:defRPr sz="1580" b="1"/>
            </a:lvl2pPr>
            <a:lvl3pPr marL="722285" indent="0">
              <a:buNone/>
              <a:defRPr sz="1422" b="1"/>
            </a:lvl3pPr>
            <a:lvl4pPr marL="1083427" indent="0">
              <a:buNone/>
              <a:defRPr sz="1264" b="1"/>
            </a:lvl4pPr>
            <a:lvl5pPr marL="1444569" indent="0">
              <a:buNone/>
              <a:defRPr sz="1264" b="1"/>
            </a:lvl5pPr>
            <a:lvl6pPr marL="1805711" indent="0">
              <a:buNone/>
              <a:defRPr sz="1264" b="1"/>
            </a:lvl6pPr>
            <a:lvl7pPr marL="2166854" indent="0">
              <a:buNone/>
              <a:defRPr sz="1264" b="1"/>
            </a:lvl7pPr>
            <a:lvl8pPr marL="2527996" indent="0">
              <a:buNone/>
              <a:defRPr sz="1264" b="1"/>
            </a:lvl8pPr>
            <a:lvl9pPr marL="2889138" indent="0">
              <a:buNone/>
              <a:defRPr sz="12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56707" y="2037693"/>
            <a:ext cx="3070769" cy="29971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2F23-86E8-9F4D-A7C2-4A192DBFE47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D5EA-ED33-D349-9963-B7ACF3B89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665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2F23-86E8-9F4D-A7C2-4A192DBFE47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D5EA-ED33-D349-9963-B7ACF3B89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93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2F23-86E8-9F4D-A7C2-4A192DBFE47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D5EA-ED33-D349-9963-B7ACF3B89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906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31" y="371898"/>
            <a:ext cx="2329646" cy="1301644"/>
          </a:xfrm>
        </p:spPr>
        <p:txBody>
          <a:bodyPr anchor="b"/>
          <a:lstStyle>
            <a:lvl1pPr>
              <a:defRPr sz="252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70769" y="803198"/>
            <a:ext cx="3656707" cy="3964333"/>
          </a:xfrm>
        </p:spPr>
        <p:txBody>
          <a:bodyPr/>
          <a:lstStyle>
            <a:lvl1pPr>
              <a:defRPr sz="2528"/>
            </a:lvl1pPr>
            <a:lvl2pPr>
              <a:defRPr sz="2212"/>
            </a:lvl2pPr>
            <a:lvl3pPr>
              <a:defRPr sz="1896"/>
            </a:lvl3pPr>
            <a:lvl4pPr>
              <a:defRPr sz="1580"/>
            </a:lvl4pPr>
            <a:lvl5pPr>
              <a:defRPr sz="1580"/>
            </a:lvl5pPr>
            <a:lvl6pPr>
              <a:defRPr sz="1580"/>
            </a:lvl6pPr>
            <a:lvl7pPr>
              <a:defRPr sz="1580"/>
            </a:lvl7pPr>
            <a:lvl8pPr>
              <a:defRPr sz="1580"/>
            </a:lvl8pPr>
            <a:lvl9pPr>
              <a:defRPr sz="15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7531" y="1673543"/>
            <a:ext cx="2329646" cy="3100444"/>
          </a:xfrm>
        </p:spPr>
        <p:txBody>
          <a:bodyPr/>
          <a:lstStyle>
            <a:lvl1pPr marL="0" indent="0">
              <a:buNone/>
              <a:defRPr sz="1264"/>
            </a:lvl1pPr>
            <a:lvl2pPr marL="361142" indent="0">
              <a:buNone/>
              <a:defRPr sz="1106"/>
            </a:lvl2pPr>
            <a:lvl3pPr marL="722285" indent="0">
              <a:buNone/>
              <a:defRPr sz="948"/>
            </a:lvl3pPr>
            <a:lvl4pPr marL="1083427" indent="0">
              <a:buNone/>
              <a:defRPr sz="790"/>
            </a:lvl4pPr>
            <a:lvl5pPr marL="1444569" indent="0">
              <a:buNone/>
              <a:defRPr sz="790"/>
            </a:lvl5pPr>
            <a:lvl6pPr marL="1805711" indent="0">
              <a:buNone/>
              <a:defRPr sz="790"/>
            </a:lvl6pPr>
            <a:lvl7pPr marL="2166854" indent="0">
              <a:buNone/>
              <a:defRPr sz="790"/>
            </a:lvl7pPr>
            <a:lvl8pPr marL="2527996" indent="0">
              <a:buNone/>
              <a:defRPr sz="790"/>
            </a:lvl8pPr>
            <a:lvl9pPr marL="2889138" indent="0">
              <a:buNone/>
              <a:defRPr sz="7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2F23-86E8-9F4D-A7C2-4A192DBFE47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D5EA-ED33-D349-9963-B7ACF3B89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846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31" y="371898"/>
            <a:ext cx="2329646" cy="1301644"/>
          </a:xfrm>
        </p:spPr>
        <p:txBody>
          <a:bodyPr anchor="b"/>
          <a:lstStyle>
            <a:lvl1pPr>
              <a:defRPr sz="252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70769" y="803198"/>
            <a:ext cx="3656707" cy="3964333"/>
          </a:xfrm>
        </p:spPr>
        <p:txBody>
          <a:bodyPr anchor="t"/>
          <a:lstStyle>
            <a:lvl1pPr marL="0" indent="0">
              <a:buNone/>
              <a:defRPr sz="2528"/>
            </a:lvl1pPr>
            <a:lvl2pPr marL="361142" indent="0">
              <a:buNone/>
              <a:defRPr sz="2212"/>
            </a:lvl2pPr>
            <a:lvl3pPr marL="722285" indent="0">
              <a:buNone/>
              <a:defRPr sz="1896"/>
            </a:lvl3pPr>
            <a:lvl4pPr marL="1083427" indent="0">
              <a:buNone/>
              <a:defRPr sz="1580"/>
            </a:lvl4pPr>
            <a:lvl5pPr marL="1444569" indent="0">
              <a:buNone/>
              <a:defRPr sz="1580"/>
            </a:lvl5pPr>
            <a:lvl6pPr marL="1805711" indent="0">
              <a:buNone/>
              <a:defRPr sz="1580"/>
            </a:lvl6pPr>
            <a:lvl7pPr marL="2166854" indent="0">
              <a:buNone/>
              <a:defRPr sz="1580"/>
            </a:lvl7pPr>
            <a:lvl8pPr marL="2527996" indent="0">
              <a:buNone/>
              <a:defRPr sz="1580"/>
            </a:lvl8pPr>
            <a:lvl9pPr marL="2889138" indent="0">
              <a:buNone/>
              <a:defRPr sz="15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7531" y="1673543"/>
            <a:ext cx="2329646" cy="3100444"/>
          </a:xfrm>
        </p:spPr>
        <p:txBody>
          <a:bodyPr/>
          <a:lstStyle>
            <a:lvl1pPr marL="0" indent="0">
              <a:buNone/>
              <a:defRPr sz="1264"/>
            </a:lvl1pPr>
            <a:lvl2pPr marL="361142" indent="0">
              <a:buNone/>
              <a:defRPr sz="1106"/>
            </a:lvl2pPr>
            <a:lvl3pPr marL="722285" indent="0">
              <a:buNone/>
              <a:defRPr sz="948"/>
            </a:lvl3pPr>
            <a:lvl4pPr marL="1083427" indent="0">
              <a:buNone/>
              <a:defRPr sz="790"/>
            </a:lvl4pPr>
            <a:lvl5pPr marL="1444569" indent="0">
              <a:buNone/>
              <a:defRPr sz="790"/>
            </a:lvl5pPr>
            <a:lvl6pPr marL="1805711" indent="0">
              <a:buNone/>
              <a:defRPr sz="790"/>
            </a:lvl6pPr>
            <a:lvl7pPr marL="2166854" indent="0">
              <a:buNone/>
              <a:defRPr sz="790"/>
            </a:lvl7pPr>
            <a:lvl8pPr marL="2527996" indent="0">
              <a:buNone/>
              <a:defRPr sz="790"/>
            </a:lvl8pPr>
            <a:lvl9pPr marL="2889138" indent="0">
              <a:buNone/>
              <a:defRPr sz="7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2F23-86E8-9F4D-A7C2-4A192DBFE47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D5EA-ED33-D349-9963-B7ACF3B89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541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2F23-86E8-9F4D-A7C2-4A192DBFE47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D5EA-ED33-D349-9963-B7ACF3B89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85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69049" y="297002"/>
            <a:ext cx="1557486" cy="47275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6590" y="297002"/>
            <a:ext cx="4582170" cy="47275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2F23-86E8-9F4D-A7C2-4A192DBFE47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ED5EA-ED33-D349-9963-B7ACF3B89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43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6590" y="297004"/>
            <a:ext cx="6229945" cy="1078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590" y="1485011"/>
            <a:ext cx="6229945" cy="35394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6590" y="5170421"/>
            <a:ext cx="1625203" cy="2970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1F2F23-86E8-9F4D-A7C2-4A192DBFE479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92660" y="5170421"/>
            <a:ext cx="2437805" cy="2970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01332" y="5170421"/>
            <a:ext cx="1625203" cy="2970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AED5EA-ED33-D349-9963-B7ACF3B89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509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722285" rtl="0" eaLnBrk="1" latinLnBrk="0" hangingPunct="1">
        <a:lnSpc>
          <a:spcPct val="90000"/>
        </a:lnSpc>
        <a:spcBef>
          <a:spcPct val="0"/>
        </a:spcBef>
        <a:buNone/>
        <a:defRPr sz="34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571" indent="-180571" algn="l" defTabSz="722285" rtl="0" eaLnBrk="1" latinLnBrk="0" hangingPunct="1">
        <a:lnSpc>
          <a:spcPct val="90000"/>
        </a:lnSpc>
        <a:spcBef>
          <a:spcPts val="790"/>
        </a:spcBef>
        <a:buFont typeface="Arial" panose="020B0604020202020204" pitchFamily="34" charset="0"/>
        <a:buChar char="•"/>
        <a:defRPr sz="2212" kern="1200">
          <a:solidFill>
            <a:schemeClr val="tx1"/>
          </a:solidFill>
          <a:latin typeface="+mn-lt"/>
          <a:ea typeface="+mn-ea"/>
          <a:cs typeface="+mn-cs"/>
        </a:defRPr>
      </a:lvl1pPr>
      <a:lvl2pPr marL="541713" indent="-180571" algn="l" defTabSz="722285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896" kern="1200">
          <a:solidFill>
            <a:schemeClr val="tx1"/>
          </a:solidFill>
          <a:latin typeface="+mn-lt"/>
          <a:ea typeface="+mn-ea"/>
          <a:cs typeface="+mn-cs"/>
        </a:defRPr>
      </a:lvl2pPr>
      <a:lvl3pPr marL="902856" indent="-180571" algn="l" defTabSz="722285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3pPr>
      <a:lvl4pPr marL="1263998" indent="-180571" algn="l" defTabSz="722285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4pPr>
      <a:lvl5pPr marL="1625140" indent="-180571" algn="l" defTabSz="722285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5pPr>
      <a:lvl6pPr marL="1986283" indent="-180571" algn="l" defTabSz="722285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6pPr>
      <a:lvl7pPr marL="2347425" indent="-180571" algn="l" defTabSz="722285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7pPr>
      <a:lvl8pPr marL="2708567" indent="-180571" algn="l" defTabSz="722285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8pPr>
      <a:lvl9pPr marL="3069709" indent="-180571" algn="l" defTabSz="722285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2285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1pPr>
      <a:lvl2pPr marL="361142" algn="l" defTabSz="722285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2pPr>
      <a:lvl3pPr marL="722285" algn="l" defTabSz="722285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3pPr>
      <a:lvl4pPr marL="1083427" algn="l" defTabSz="722285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4pPr>
      <a:lvl5pPr marL="1444569" algn="l" defTabSz="722285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5pPr>
      <a:lvl6pPr marL="1805711" algn="l" defTabSz="722285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6pPr>
      <a:lvl7pPr marL="2166854" algn="l" defTabSz="722285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7pPr>
      <a:lvl8pPr marL="2527996" algn="l" defTabSz="722285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8pPr>
      <a:lvl9pPr marL="2889138" algn="l" defTabSz="722285" rtl="0" eaLnBrk="1" latinLnBrk="0" hangingPunct="1">
        <a:defRPr sz="142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D9BFE13B-8331-B393-F05F-235C551626FB}"/>
              </a:ext>
            </a:extLst>
          </p:cNvPr>
          <p:cNvGrpSpPr/>
          <p:nvPr/>
        </p:nvGrpSpPr>
        <p:grpSpPr>
          <a:xfrm>
            <a:off x="43446" y="28476"/>
            <a:ext cx="7136232" cy="5522260"/>
            <a:chOff x="50796" y="-425595"/>
            <a:chExt cx="7136232" cy="10013809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B03E33BB-286B-4462-A94D-BCAC8F6C1D41}"/>
                </a:ext>
              </a:extLst>
            </p:cNvPr>
            <p:cNvSpPr/>
            <p:nvPr/>
          </p:nvSpPr>
          <p:spPr>
            <a:xfrm>
              <a:off x="50796" y="-425595"/>
              <a:ext cx="7136232" cy="994925"/>
            </a:xfrm>
            <a:prstGeom prst="roundRect">
              <a:avLst>
                <a:gd name="adj" fmla="val 15597"/>
              </a:avLst>
            </a:prstGeom>
            <a:solidFill>
              <a:srgbClr val="DC917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B6A6E7B-0457-D8CE-6DE4-C305FCFCD5F5}"/>
                </a:ext>
              </a:extLst>
            </p:cNvPr>
            <p:cNvSpPr txBox="1"/>
            <p:nvPr/>
          </p:nvSpPr>
          <p:spPr>
            <a:xfrm>
              <a:off x="174165" y="-390327"/>
              <a:ext cx="2372765" cy="558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Failure Case: Perception Error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5816A45A-84F3-F36F-D779-8D5651BBB38A}"/>
                </a:ext>
              </a:extLst>
            </p:cNvPr>
            <p:cNvSpPr/>
            <p:nvPr/>
          </p:nvSpPr>
          <p:spPr>
            <a:xfrm>
              <a:off x="50796" y="159411"/>
              <a:ext cx="7136232" cy="9428803"/>
            </a:xfrm>
            <a:prstGeom prst="roundRect">
              <a:avLst>
                <a:gd name="adj" fmla="val 3830"/>
              </a:avLst>
            </a:prstGeom>
            <a:solidFill>
              <a:srgbClr val="EDED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AutoShape 2" descr="IMG_HOLDER #108">
            <a:extLst>
              <a:ext uri="{FF2B5EF4-FFF2-40B4-BE49-F238E27FC236}">
                <a16:creationId xmlns:a16="http://schemas.microsoft.com/office/drawing/2014/main" id="{BFEB7680-D9BF-5B5E-AC48-50554DF975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85994" y="320279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8087F3A-FD4E-89EB-0810-444ADDCC826F}"/>
              </a:ext>
            </a:extLst>
          </p:cNvPr>
          <p:cNvGrpSpPr/>
          <p:nvPr/>
        </p:nvGrpSpPr>
        <p:grpSpPr>
          <a:xfrm>
            <a:off x="1021659" y="442563"/>
            <a:ext cx="6002457" cy="1717153"/>
            <a:chOff x="1021657" y="482311"/>
            <a:chExt cx="6002457" cy="1717153"/>
          </a:xfrm>
        </p:grpSpPr>
        <p:sp>
          <p:nvSpPr>
            <p:cNvPr id="15" name="Rounded Rectangular Callout 14">
              <a:extLst>
                <a:ext uri="{FF2B5EF4-FFF2-40B4-BE49-F238E27FC236}">
                  <a16:creationId xmlns:a16="http://schemas.microsoft.com/office/drawing/2014/main" id="{04557EE8-16B1-14B3-6754-6E531EB08BE4}"/>
                </a:ext>
              </a:extLst>
            </p:cNvPr>
            <p:cNvSpPr/>
            <p:nvPr/>
          </p:nvSpPr>
          <p:spPr>
            <a:xfrm>
              <a:off x="1021657" y="482311"/>
              <a:ext cx="5557562" cy="1717153"/>
            </a:xfrm>
            <a:prstGeom prst="wedgeRoundRectCallout">
              <a:avLst>
                <a:gd name="adj1" fmla="val 52337"/>
                <a:gd name="adj2" fmla="val -25183"/>
                <a:gd name="adj3" fmla="val 16667"/>
              </a:avLst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1C6F1FB-81A0-1C41-BB2D-E7669E73E4E2}"/>
                </a:ext>
              </a:extLst>
            </p:cNvPr>
            <p:cNvGrpSpPr/>
            <p:nvPr/>
          </p:nvGrpSpPr>
          <p:grpSpPr>
            <a:xfrm>
              <a:off x="1344627" y="593962"/>
              <a:ext cx="4848013" cy="1461933"/>
              <a:chOff x="326152" y="543341"/>
              <a:chExt cx="4848013" cy="1461933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94BB89B9-BF3E-162D-694E-18E5B87F9539}"/>
                  </a:ext>
                </a:extLst>
              </p:cNvPr>
              <p:cNvGrpSpPr/>
              <p:nvPr/>
            </p:nvGrpSpPr>
            <p:grpSpPr>
              <a:xfrm>
                <a:off x="326152" y="543341"/>
                <a:ext cx="4848013" cy="1461933"/>
                <a:chOff x="2094644" y="4629486"/>
                <a:chExt cx="4848013" cy="1461933"/>
              </a:xfrm>
            </p:grpSpPr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78742988-F70F-B951-4721-227CDC5E4839}"/>
                    </a:ext>
                  </a:extLst>
                </p:cNvPr>
                <p:cNvGrpSpPr/>
                <p:nvPr/>
              </p:nvGrpSpPr>
              <p:grpSpPr>
                <a:xfrm>
                  <a:off x="2094644" y="4882458"/>
                  <a:ext cx="4070720" cy="1208961"/>
                  <a:chOff x="2069006" y="4765250"/>
                  <a:chExt cx="4070720" cy="1262043"/>
                </a:xfrm>
              </p:grpSpPr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1C1DB2A2-8FB1-4371-4CBC-5106CCC1A9FC}"/>
                      </a:ext>
                    </a:extLst>
                  </p:cNvPr>
                  <p:cNvSpPr txBox="1"/>
                  <p:nvPr/>
                </p:nvSpPr>
                <p:spPr>
                  <a:xfrm>
                    <a:off x="4719365" y="5105243"/>
                    <a:ext cx="373820" cy="38554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…</a:t>
                    </a:r>
                  </a:p>
                </p:txBody>
              </p:sp>
              <p:pic>
                <p:nvPicPr>
                  <p:cNvPr id="44" name="Picture 43">
                    <a:extLst>
                      <a:ext uri="{FF2B5EF4-FFF2-40B4-BE49-F238E27FC236}">
                        <a16:creationId xmlns:a16="http://schemas.microsoft.com/office/drawing/2014/main" id="{D9437C63-6275-6A4C-AFC8-B14BD236BC9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rcRect/>
                  <a:stretch/>
                </p:blipFill>
                <p:spPr>
                  <a:xfrm>
                    <a:off x="2069006" y="4773010"/>
                    <a:ext cx="915449" cy="1254283"/>
                  </a:xfrm>
                  <a:prstGeom prst="rect">
                    <a:avLst/>
                  </a:prstGeom>
                </p:spPr>
              </p:pic>
              <p:pic>
                <p:nvPicPr>
                  <p:cNvPr id="46" name="Picture 45">
                    <a:extLst>
                      <a:ext uri="{FF2B5EF4-FFF2-40B4-BE49-F238E27FC236}">
                        <a16:creationId xmlns:a16="http://schemas.microsoft.com/office/drawing/2014/main" id="{1DB6DCBA-3ABD-13C7-9ECE-6FD0B85E53C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rcRect/>
                  <a:stretch/>
                </p:blipFill>
                <p:spPr>
                  <a:xfrm>
                    <a:off x="5224277" y="4765250"/>
                    <a:ext cx="915449" cy="1254283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55" name="Rounded Rectangle 54">
                  <a:extLst>
                    <a:ext uri="{FF2B5EF4-FFF2-40B4-BE49-F238E27FC236}">
                      <a16:creationId xmlns:a16="http://schemas.microsoft.com/office/drawing/2014/main" id="{66F432C5-81D8-3969-489E-DB5384B7828E}"/>
                    </a:ext>
                  </a:extLst>
                </p:cNvPr>
                <p:cNvSpPr/>
                <p:nvPr/>
              </p:nvSpPr>
              <p:spPr>
                <a:xfrm>
                  <a:off x="2102250" y="4636920"/>
                  <a:ext cx="822960" cy="204767"/>
                </a:xfrm>
                <a:prstGeom prst="round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0" rIns="45720" bIns="0" rtlCol="0" anchor="ctr"/>
                <a:lstStyle/>
                <a:p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Action: right</a:t>
                  </a:r>
                  <a:endParaRPr lang="en-US" sz="1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" name="Rounded Rectangle 55">
                  <a:extLst>
                    <a:ext uri="{FF2B5EF4-FFF2-40B4-BE49-F238E27FC236}">
                      <a16:creationId xmlns:a16="http://schemas.microsoft.com/office/drawing/2014/main" id="{CC1DFDDB-E53B-839D-9FEF-25A0093E1B43}"/>
                    </a:ext>
                  </a:extLst>
                </p:cNvPr>
                <p:cNvSpPr/>
                <p:nvPr/>
              </p:nvSpPr>
              <p:spPr>
                <a:xfrm>
                  <a:off x="5242653" y="4629486"/>
                  <a:ext cx="1700004" cy="204767"/>
                </a:xfrm>
                <a:prstGeom prst="round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0" rIns="45720" bIns="0" rtlCol="0" anchor="ctr"/>
                <a:lstStyle/>
                <a:p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Action: right; Current State:</a:t>
                  </a:r>
                  <a:endParaRPr lang="en-US" sz="1000" dirty="0">
                    <a:solidFill>
                      <a:schemeClr val="tx1"/>
                    </a:solidFill>
                  </a:endParaRPr>
                </a:p>
              </p:txBody>
            </p:sp>
          </p:grp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28BB5B3F-B19B-41B6-ABC7-005563B0F4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/>
              <a:stretch/>
            </p:blipFill>
            <p:spPr>
              <a:xfrm>
                <a:off x="1937400" y="803745"/>
                <a:ext cx="915449" cy="1201527"/>
              </a:xfrm>
              <a:prstGeom prst="rect">
                <a:avLst/>
              </a:prstGeom>
            </p:spPr>
          </p:pic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8F084CF6-F659-9024-3E94-5E8B6F54E3A0}"/>
                  </a:ext>
                </a:extLst>
              </p:cNvPr>
              <p:cNvSpPr/>
              <p:nvPr/>
            </p:nvSpPr>
            <p:spPr>
              <a:xfrm>
                <a:off x="1937572" y="550775"/>
                <a:ext cx="822960" cy="204767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rIns="45720" bIns="0" rtlCol="0" anchor="ctr"/>
              <a:lstStyle/>
              <a:p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Action: right</a:t>
                </a:r>
                <a:endParaRPr 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A9CC5EA-076A-6F2C-AB72-CA33DE67A7A5}"/>
                  </a:ext>
                </a:extLst>
              </p:cNvPr>
              <p:cNvSpPr txBox="1"/>
              <p:nvPr/>
            </p:nvSpPr>
            <p:spPr>
              <a:xfrm>
                <a:off x="1402590" y="1151283"/>
                <a:ext cx="3738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…</a:t>
                </a:r>
              </a:p>
            </p:txBody>
          </p:sp>
        </p:grp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3B24ACE0-031D-4331-DE6E-C135EE9AE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748459" y="806163"/>
              <a:ext cx="275655" cy="275655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2AC6221-6412-ED27-21BE-27D6189111EB}"/>
              </a:ext>
            </a:extLst>
          </p:cNvPr>
          <p:cNvGrpSpPr/>
          <p:nvPr/>
        </p:nvGrpSpPr>
        <p:grpSpPr>
          <a:xfrm>
            <a:off x="154802" y="2373600"/>
            <a:ext cx="6179093" cy="1114382"/>
            <a:chOff x="154800" y="2418650"/>
            <a:chExt cx="6179093" cy="111438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941D2FC-BFEB-AA80-FAA6-A08408114717}"/>
                </a:ext>
              </a:extLst>
            </p:cNvPr>
            <p:cNvSpPr txBox="1"/>
            <p:nvPr/>
          </p:nvSpPr>
          <p:spPr>
            <a:xfrm>
              <a:off x="763892" y="2517369"/>
              <a:ext cx="548079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Thought: The ball is currently to the </a:t>
              </a:r>
              <a:r>
                <a:rPr lang="en-US" sz="1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right of the paddle </a:t>
              </a:r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and </a:t>
              </a:r>
              <a:r>
                <a:rPr lang="en-US" sz="1000" b="1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moving downwards </a:t>
              </a:r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and </a:t>
              </a:r>
              <a:r>
                <a:rPr lang="en-US" sz="1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 the right</a:t>
              </a:r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I need to move the </a:t>
              </a:r>
              <a:r>
                <a:rPr lang="en-US" sz="1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paddle to the right </a:t>
              </a:r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 intercept the ball and prevent losing another life. The previous clips show that I lost a life when the paddle was too far left and the ball went down on the right. I will choose a shorter plan this time since the ball is relatively low and moving fast.</a:t>
              </a:r>
            </a:p>
            <a:p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Move: [right, right, right, right, right]</a:t>
              </a:r>
            </a:p>
            <a:p>
              <a:endParaRPr 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Rounded Rectangular Callout 21">
              <a:extLst>
                <a:ext uri="{FF2B5EF4-FFF2-40B4-BE49-F238E27FC236}">
                  <a16:creationId xmlns:a16="http://schemas.microsoft.com/office/drawing/2014/main" id="{39CF8904-7157-8311-9C33-928965CF4371}"/>
                </a:ext>
              </a:extLst>
            </p:cNvPr>
            <p:cNvSpPr/>
            <p:nvPr/>
          </p:nvSpPr>
          <p:spPr>
            <a:xfrm>
              <a:off x="710662" y="2418650"/>
              <a:ext cx="5623231" cy="1090052"/>
            </a:xfrm>
            <a:prstGeom prst="wedgeRoundRectCallout">
              <a:avLst>
                <a:gd name="adj1" fmla="val -52235"/>
                <a:gd name="adj2" fmla="val -23819"/>
                <a:gd name="adj3" fmla="val 16667"/>
              </a:avLst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Picture 24" descr="A cartoon of a robot&#10;&#10;AI-generated content may be incorrect.">
              <a:extLst>
                <a:ext uri="{FF2B5EF4-FFF2-40B4-BE49-F238E27FC236}">
                  <a16:creationId xmlns:a16="http://schemas.microsoft.com/office/drawing/2014/main" id="{63D192A1-235A-2A82-4D81-E0D23E17C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54800" y="2492402"/>
              <a:ext cx="342254" cy="342254"/>
            </a:xfrm>
            <a:prstGeom prst="rect">
              <a:avLst/>
            </a:prstGeom>
          </p:spPr>
        </p:pic>
      </p:grpSp>
      <p:sp>
        <p:nvSpPr>
          <p:cNvPr id="31" name="Rounded Rectangular Callout 30">
            <a:extLst>
              <a:ext uri="{FF2B5EF4-FFF2-40B4-BE49-F238E27FC236}">
                <a16:creationId xmlns:a16="http://schemas.microsoft.com/office/drawing/2014/main" id="{37904166-8D1F-2FB5-EF92-AA9302811BF3}"/>
              </a:ext>
            </a:extLst>
          </p:cNvPr>
          <p:cNvSpPr/>
          <p:nvPr/>
        </p:nvSpPr>
        <p:spPr>
          <a:xfrm>
            <a:off x="2536417" y="3677540"/>
            <a:ext cx="4042802" cy="1717153"/>
          </a:xfrm>
          <a:prstGeom prst="wedgeRoundRectCallout">
            <a:avLst>
              <a:gd name="adj1" fmla="val 52337"/>
              <a:gd name="adj2" fmla="val -25183"/>
              <a:gd name="adj3" fmla="val 16667"/>
            </a:avLst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4D55CC-78F9-C6A5-E691-18DD33A40995}"/>
              </a:ext>
            </a:extLst>
          </p:cNvPr>
          <p:cNvGrpSpPr/>
          <p:nvPr/>
        </p:nvGrpSpPr>
        <p:grpSpPr>
          <a:xfrm>
            <a:off x="2955877" y="3789189"/>
            <a:ext cx="3236765" cy="1461930"/>
            <a:chOff x="1937400" y="543341"/>
            <a:chExt cx="3236765" cy="1461930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CED40C1-DB28-D57F-5167-56979145E9AF}"/>
                </a:ext>
              </a:extLst>
            </p:cNvPr>
            <p:cNvGrpSpPr/>
            <p:nvPr/>
          </p:nvGrpSpPr>
          <p:grpSpPr>
            <a:xfrm>
              <a:off x="2976511" y="543341"/>
              <a:ext cx="2197654" cy="1454497"/>
              <a:chOff x="4745003" y="4629486"/>
              <a:chExt cx="2197654" cy="1454497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05CDFE53-8A85-2C58-E252-A3B473FC7D3F}"/>
                  </a:ext>
                </a:extLst>
              </p:cNvPr>
              <p:cNvGrpSpPr/>
              <p:nvPr/>
            </p:nvGrpSpPr>
            <p:grpSpPr>
              <a:xfrm>
                <a:off x="4745003" y="4882457"/>
                <a:ext cx="1420361" cy="1201526"/>
                <a:chOff x="4719365" y="4765250"/>
                <a:chExt cx="1420361" cy="1254282"/>
              </a:xfrm>
            </p:grpSpPr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0E5D804F-DD8B-201A-1DB5-B5EB680EBD8E}"/>
                    </a:ext>
                  </a:extLst>
                </p:cNvPr>
                <p:cNvSpPr txBox="1"/>
                <p:nvPr/>
              </p:nvSpPr>
              <p:spPr>
                <a:xfrm>
                  <a:off x="4719365" y="5105243"/>
                  <a:ext cx="373820" cy="3855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…</a:t>
                  </a:r>
                </a:p>
              </p:txBody>
            </p:sp>
            <p:pic>
              <p:nvPicPr>
                <p:cNvPr id="45" name="Picture 44">
                  <a:extLst>
                    <a:ext uri="{FF2B5EF4-FFF2-40B4-BE49-F238E27FC236}">
                      <a16:creationId xmlns:a16="http://schemas.microsoft.com/office/drawing/2014/main" id="{E986F4DF-27DA-FD3C-11D5-8E421734C7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rcRect/>
                <a:stretch/>
              </p:blipFill>
              <p:spPr>
                <a:xfrm>
                  <a:off x="5224277" y="4765250"/>
                  <a:ext cx="915449" cy="1254282"/>
                </a:xfrm>
                <a:prstGeom prst="rect">
                  <a:avLst/>
                </a:prstGeom>
              </p:spPr>
            </p:pic>
          </p:grpSp>
          <p:sp>
            <p:nvSpPr>
              <p:cNvPr id="41" name="Rounded Rectangle 40">
                <a:extLst>
                  <a:ext uri="{FF2B5EF4-FFF2-40B4-BE49-F238E27FC236}">
                    <a16:creationId xmlns:a16="http://schemas.microsoft.com/office/drawing/2014/main" id="{83C996C5-6F80-F2C3-8ECF-2F26FEF5970F}"/>
                  </a:ext>
                </a:extLst>
              </p:cNvPr>
              <p:cNvSpPr/>
              <p:nvPr/>
            </p:nvSpPr>
            <p:spPr>
              <a:xfrm>
                <a:off x="5242653" y="4629486"/>
                <a:ext cx="1700004" cy="204767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rIns="45720" bIns="0" rtlCol="0" anchor="ctr"/>
              <a:lstStyle/>
              <a:p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Action: right; Current State:</a:t>
                </a:r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FBEEEEED-A6E1-8BBF-9F21-48C563C18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1937400" y="803745"/>
              <a:ext cx="915449" cy="1201526"/>
            </a:xfrm>
            <a:prstGeom prst="rect">
              <a:avLst/>
            </a:prstGeom>
          </p:spPr>
        </p:pic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F66711D7-C4CF-55F2-A9A9-CF507E163552}"/>
                </a:ext>
              </a:extLst>
            </p:cNvPr>
            <p:cNvSpPr/>
            <p:nvPr/>
          </p:nvSpPr>
          <p:spPr>
            <a:xfrm>
              <a:off x="1937572" y="550775"/>
              <a:ext cx="822960" cy="204767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r>
                <a: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Action: right</a:t>
              </a:r>
              <a:endParaRPr lang="en-US" sz="10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34" name="Graphic 33">
            <a:extLst>
              <a:ext uri="{FF2B5EF4-FFF2-40B4-BE49-F238E27FC236}">
                <a16:creationId xmlns:a16="http://schemas.microsoft.com/office/drawing/2014/main" id="{836838BD-966D-6FE7-453A-72211CE2EE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48461" y="4001392"/>
            <a:ext cx="275655" cy="275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491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838</TotalTime>
  <Words>149</Words>
  <Application>Microsoft Macintosh PowerPoint</Application>
  <PresentationFormat>Custom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Huo, Mingjia</dc:creator>
  <cp:lastModifiedBy>Huo, Mingjia</cp:lastModifiedBy>
  <cp:revision>4</cp:revision>
  <cp:lastPrinted>2026-04-05T05:54:08Z</cp:lastPrinted>
  <dcterms:created xsi:type="dcterms:W3CDTF">2026-04-05T03:34:46Z</dcterms:created>
  <dcterms:modified xsi:type="dcterms:W3CDTF">2026-04-17T17:30:46Z</dcterms:modified>
</cp:coreProperties>
</file>